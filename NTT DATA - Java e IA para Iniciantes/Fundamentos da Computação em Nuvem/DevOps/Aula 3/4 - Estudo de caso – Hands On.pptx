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"/>
  </p:notesMasterIdLst>
  <p:sldIdLst>
    <p:sldId id="265" r:id="rId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entury Gothic" panose="020B0502020202020204" pitchFamily="3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2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3" y="3874338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400" b="1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DevOps Fundamentals</a:t>
            </a:r>
          </a:p>
          <a:p>
            <a:r>
              <a:rPr lang="en-US" sz="20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Alexsandro Lechner</a:t>
            </a:r>
            <a:r>
              <a:rPr lang="en-US" sz="2400" dirty="0">
                <a:solidFill>
                  <a:srgbClr val="A5A5A5"/>
                </a:solidFill>
                <a:latin typeface="Calibri"/>
                <a:cs typeface="Calibri"/>
                <a:sym typeface="Calibri"/>
              </a:rPr>
              <a:t> </a:t>
            </a:r>
            <a:endParaRPr lang="pt-BR" dirty="0"/>
          </a:p>
        </p:txBody>
      </p:sp>
      <p:sp>
        <p:nvSpPr>
          <p:cNvPr id="195" name="Google Shape;195;p5"/>
          <p:cNvSpPr txBox="1"/>
          <p:nvPr/>
        </p:nvSpPr>
        <p:spPr>
          <a:xfrm>
            <a:off x="565523" y="870463"/>
            <a:ext cx="7410300" cy="7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pt-PT" sz="2400" b="1" dirty="0">
                <a:solidFill>
                  <a:srgbClr val="EA4E60"/>
                </a:solidFill>
                <a:latin typeface="Century Gothic"/>
              </a:rPr>
              <a:t>Tema</a:t>
            </a:r>
            <a:endParaRPr sz="24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8413426" cy="686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sz="4000" b="1" dirty="0">
                <a:solidFill>
                  <a:srgbClr val="EA4E60"/>
                </a:solidFill>
                <a:latin typeface="Century Gothic"/>
              </a:rPr>
              <a:t>Estudo de caso – Hands </a:t>
            </a: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On</a:t>
            </a:r>
            <a:br>
              <a:rPr lang="pt-BR" sz="4000" b="1" dirty="0">
                <a:solidFill>
                  <a:srgbClr val="EA4E60"/>
                </a:solidFill>
                <a:latin typeface="Century Gothic"/>
              </a:rPr>
            </a:br>
            <a:r>
              <a:rPr lang="pt-BR" sz="4000" b="1" dirty="0" err="1">
                <a:solidFill>
                  <a:srgbClr val="EA4E60"/>
                </a:solidFill>
                <a:latin typeface="Century Gothic"/>
              </a:rPr>
              <a:t>GitLab</a:t>
            </a:r>
            <a:endParaRPr lang="en-GB" sz="4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197" name="Google Shape;19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1964B6-F15C-06B4-C0D3-8148BB26F7DE}"/>
              </a:ext>
            </a:extLst>
          </p:cNvPr>
          <p:cNvGrpSpPr/>
          <p:nvPr/>
        </p:nvGrpSpPr>
        <p:grpSpPr>
          <a:xfrm>
            <a:off x="671660" y="4443062"/>
            <a:ext cx="1748642" cy="398700"/>
            <a:chOff x="3899066" y="4462016"/>
            <a:chExt cx="1748642" cy="398700"/>
          </a:xfrm>
        </p:grpSpPr>
        <p:pic>
          <p:nvPicPr>
            <p:cNvPr id="3" name="Picture 2" descr="Icon&#10;&#10;Description automatically generated">
              <a:extLst>
                <a:ext uri="{FF2B5EF4-FFF2-40B4-BE49-F238E27FC236}">
                  <a16:creationId xmlns:a16="http://schemas.microsoft.com/office/drawing/2014/main" id="{F96448E7-58D9-CBFC-8973-DCFA8A84A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99066" y="4547507"/>
              <a:ext cx="290695" cy="290695"/>
            </a:xfrm>
            <a:prstGeom prst="rect">
              <a:avLst/>
            </a:prstGeom>
          </p:spPr>
        </p:pic>
        <p:sp>
          <p:nvSpPr>
            <p:cNvPr id="4" name="Google Shape;194;p5">
              <a:extLst>
                <a:ext uri="{FF2B5EF4-FFF2-40B4-BE49-F238E27FC236}">
                  <a16:creationId xmlns:a16="http://schemas.microsoft.com/office/drawing/2014/main" id="{2F74E707-5F49-4487-4C01-EAE6851CF06F}"/>
                </a:ext>
              </a:extLst>
            </p:cNvPr>
            <p:cNvSpPr txBox="1"/>
            <p:nvPr/>
          </p:nvSpPr>
          <p:spPr>
            <a:xfrm>
              <a:off x="4124447" y="4462016"/>
              <a:ext cx="1523261" cy="39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dirty="0" err="1">
                  <a:solidFill>
                    <a:srgbClr val="A5A5A5"/>
                  </a:solidFill>
                  <a:latin typeface="Calibri"/>
                  <a:cs typeface="Calibri"/>
                  <a:sym typeface="Calibri"/>
                </a:rPr>
                <a:t>alexsandrolechner</a:t>
              </a:r>
              <a:endParaRPr lang="pt-BR" sz="1000" dirty="0"/>
            </a:p>
          </p:txBody>
        </p:sp>
      </p:grpSp>
      <p:pic>
        <p:nvPicPr>
          <p:cNvPr id="2" name="Picture 1" descr="A picture containing qr code&#10;&#10;Description automatically generated">
            <a:extLst>
              <a:ext uri="{FF2B5EF4-FFF2-40B4-BE49-F238E27FC236}">
                <a16:creationId xmlns:a16="http://schemas.microsoft.com/office/drawing/2014/main" id="{41C3A84F-0F18-C71A-77F3-F6FBA98FFE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9461" y="4097996"/>
            <a:ext cx="1445078" cy="7311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8" ma:contentTypeDescription="Create a new document." ma:contentTypeScope="" ma:versionID="8318531fd059d61dd4fee9b82b328379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afb8d3daeaef6f729f9f8c868fd80690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909917E-8647-4F69-B6D8-94158F0089C6}"/>
</file>

<file path=customXml/itemProps2.xml><?xml version="1.0" encoding="utf-8"?>
<ds:datastoreItem xmlns:ds="http://schemas.openxmlformats.org/officeDocument/2006/customXml" ds:itemID="{5B36EE4A-77CB-40F8-99E6-2229B4F7F44C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3.xml><?xml version="1.0" encoding="utf-8"?>
<ds:datastoreItem xmlns:ds="http://schemas.openxmlformats.org/officeDocument/2006/customXml" ds:itemID="{F42222EA-95A6-4A03-8019-C3F3BDAED6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9090</TotalTime>
  <Words>14</Words>
  <Application>Microsoft Office PowerPoint</Application>
  <PresentationFormat>On-screen Show (16:9)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130</cp:revision>
  <dcterms:modified xsi:type="dcterms:W3CDTF">2023-05-10T00:01:45Z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