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9"/>
  </p:notesMasterIdLst>
  <p:sldIdLst>
    <p:sldId id="265" r:id="rId5"/>
    <p:sldId id="292" r:id="rId6"/>
    <p:sldId id="293" r:id="rId7"/>
    <p:sldId id="294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FD1AB-78CB-1A83-F809-1FC63DFDE6DE}" v="1" dt="2023-07-17T19:56:49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Rossi Pavelqueires" userId="S::nubia@dio.me::9fb62b5b-6910-4da4-98ef-a6355beee27e" providerId="AD" clId="Web-{549FD1AB-78CB-1A83-F809-1FC63DFDE6DE}"/>
    <pc:docChg chg="modSld">
      <pc:chgData name="Nubia Rossi Pavelqueires" userId="S::nubia@dio.me::9fb62b5b-6910-4da4-98ef-a6355beee27e" providerId="AD" clId="Web-{549FD1AB-78CB-1A83-F809-1FC63DFDE6DE}" dt="2023-07-17T19:56:49.069" v="0" actId="20577"/>
      <pc:docMkLst>
        <pc:docMk/>
      </pc:docMkLst>
      <pc:sldChg chg="modSp">
        <pc:chgData name="Nubia Rossi Pavelqueires" userId="S::nubia@dio.me::9fb62b5b-6910-4da4-98ef-a6355beee27e" providerId="AD" clId="Web-{549FD1AB-78CB-1A83-F809-1FC63DFDE6DE}" dt="2023-07-17T19:56:49.069" v="0" actId="20577"/>
        <pc:sldMkLst>
          <pc:docMk/>
          <pc:sldMk cId="3060661197" sldId="294"/>
        </pc:sldMkLst>
        <pc:spChg chg="mod">
          <ac:chgData name="Nubia Rossi Pavelqueires" userId="S::nubia@dio.me::9fb62b5b-6910-4da4-98ef-a6355beee27e" providerId="AD" clId="Web-{549FD1AB-78CB-1A83-F809-1FC63DFDE6DE}" dt="2023-07-17T19:56:49.069" v="0" actId="20577"/>
          <ac:spMkLst>
            <pc:docMk/>
            <pc:sldMk cId="3060661197" sldId="294"/>
            <ac:spMk id="8" creationId="{94A36547-BC5B-0FA9-93EE-66AF644386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381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08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7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PT" sz="2400" b="1" dirty="0">
                <a:solidFill>
                  <a:srgbClr val="EA4E60"/>
                </a:solidFill>
                <a:latin typeface="Century Gothic"/>
              </a:rPr>
              <a:t>Tema</a:t>
            </a:r>
            <a:endParaRPr sz="24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Importância de CI/CD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DevOps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41C3A84F-0F18-C71A-77F3-F6FBA98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Importância de CI/CD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DevOps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 CI/CD é uma das partes mais importantes no DevOps porque ajuda as equipes de desenvolvimento a entregar o software com qualidade e de forma rápida e eficiente.</a:t>
            </a:r>
            <a:b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b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Também nos da visibilidade ao processo de epatas desde o primeiro </a:t>
            </a:r>
            <a:r>
              <a:rPr lang="pt-PT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build</a:t>
            </a:r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 implantação em produção e com o uso de ferramentas, nós conseguimos de forma visual acompanhar estas etapas, exemplo o uso a plataforma </a:t>
            </a:r>
            <a:r>
              <a:rPr lang="pt-PT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Azure</a:t>
            </a:r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DevOps, que nos ajuda a ter grande visibilidade nestes processos.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Importância de CI/CD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DevOps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Vejamos algumas razões que apoiam para que o CI/CD seja tão importante no DevOps:</a:t>
            </a:r>
            <a:endParaRPr lang="pt-PT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Redução de erros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pt-PT" dirty="0"/>
              <a:t>Entrega rápida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pt-PT" dirty="0"/>
              <a:t>Feedback rápido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pt-PT" dirty="0"/>
              <a:t>Melhoria contínua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pt-PT" dirty="0"/>
              <a:t>Maior qualidade no software</a:t>
            </a:r>
            <a:b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Importância de CI/CD no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DevOps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just" fontAlgn="base"/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Em resumo CI/CD é fundamental no DevOps porque ajuda as equipes de desenvolvimento a entregar software de alta qualidade de maneira rápida e eficiente, permitindo que elas se concentrem em criar novas funcionalidades e melhorar a experiência do usuário, em vez de se preocupar com problemas de infraestrutura ou bugs em produção.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6611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BFA0A5-7E35-4C40-9785-607DAC53C41F}"/>
</file>

<file path=docProps/app.xml><?xml version="1.0" encoding="utf-8"?>
<Properties xmlns="http://schemas.openxmlformats.org/officeDocument/2006/extended-properties" xmlns:vt="http://schemas.openxmlformats.org/officeDocument/2006/docPropsVTypes">
  <TotalTime>8759</TotalTime>
  <Words>214</Words>
  <Application>Microsoft Office PowerPoint</Application>
  <PresentationFormat>Apresentação na tela (16:9)</PresentationFormat>
  <Paragraphs>19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123</cp:revision>
  <dcterms:modified xsi:type="dcterms:W3CDTF">2023-07-17T19:56:55Z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