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7"/>
  </p:notesMasterIdLst>
  <p:sldIdLst>
    <p:sldId id="265" r:id="rId5"/>
    <p:sldId id="281" r:id="rId6"/>
    <p:sldId id="280" r:id="rId7"/>
    <p:sldId id="287" r:id="rId8"/>
    <p:sldId id="279" r:id="rId9"/>
    <p:sldId id="289" r:id="rId10"/>
    <p:sldId id="290" r:id="rId11"/>
    <p:sldId id="291" r:id="rId12"/>
    <p:sldId id="288" r:id="rId13"/>
    <p:sldId id="292" r:id="rId14"/>
    <p:sldId id="293" r:id="rId15"/>
    <p:sldId id="294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20DDE-DDA7-700B-5DDA-7419340862FB}" v="2" dt="2023-07-17T17:44:53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6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Rossi Pavelqueires" userId="S::nubia@dio.me::9fb62b5b-6910-4da4-98ef-a6355beee27e" providerId="AD" clId="Web-{62320DDE-DDA7-700B-5DDA-7419340862FB}"/>
    <pc:docChg chg="modSld">
      <pc:chgData name="Nubia Rossi Pavelqueires" userId="S::nubia@dio.me::9fb62b5b-6910-4da4-98ef-a6355beee27e" providerId="AD" clId="Web-{62320DDE-DDA7-700B-5DDA-7419340862FB}" dt="2023-07-17T17:44:53.788" v="1" actId="1076"/>
      <pc:docMkLst>
        <pc:docMk/>
      </pc:docMkLst>
      <pc:sldChg chg="modSp">
        <pc:chgData name="Nubia Rossi Pavelqueires" userId="S::nubia@dio.me::9fb62b5b-6910-4da4-98ef-a6355beee27e" providerId="AD" clId="Web-{62320DDE-DDA7-700B-5DDA-7419340862FB}" dt="2023-07-17T17:44:18.803" v="0" actId="1076"/>
        <pc:sldMkLst>
          <pc:docMk/>
          <pc:sldMk cId="2205795439" sldId="281"/>
        </pc:sldMkLst>
        <pc:spChg chg="mod">
          <ac:chgData name="Nubia Rossi Pavelqueires" userId="S::nubia@dio.me::9fb62b5b-6910-4da4-98ef-a6355beee27e" providerId="AD" clId="Web-{62320DDE-DDA7-700B-5DDA-7419340862FB}" dt="2023-07-17T17:44:18.803" v="0" actId="1076"/>
          <ac:spMkLst>
            <pc:docMk/>
            <pc:sldMk cId="2205795439" sldId="281"/>
            <ac:spMk id="203" creationId="{00000000-0000-0000-0000-000000000000}"/>
          </ac:spMkLst>
        </pc:spChg>
      </pc:sldChg>
      <pc:sldChg chg="modSp">
        <pc:chgData name="Nubia Rossi Pavelqueires" userId="S::nubia@dio.me::9fb62b5b-6910-4da4-98ef-a6355beee27e" providerId="AD" clId="Web-{62320DDE-DDA7-700B-5DDA-7419340862FB}" dt="2023-07-17T17:44:53.788" v="1" actId="1076"/>
        <pc:sldMkLst>
          <pc:docMk/>
          <pc:sldMk cId="178696223" sldId="288"/>
        </pc:sldMkLst>
        <pc:spChg chg="mod">
          <ac:chgData name="Nubia Rossi Pavelqueires" userId="S::nubia@dio.me::9fb62b5b-6910-4da4-98ef-a6355beee27e" providerId="AD" clId="Web-{62320DDE-DDA7-700B-5DDA-7419340862FB}" dt="2023-07-17T17:44:53.788" v="1" actId="1076"/>
          <ac:spMkLst>
            <pc:docMk/>
            <pc:sldMk cId="178696223" sldId="288"/>
            <ac:spMk id="6" creationId="{3E35E317-F80C-E32E-B515-721C0F04A3C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0749F-3762-4C3B-81D7-73449C863F20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AE55822-D8D9-4129-AAF0-3A742F7649E8}">
      <dgm:prSet phldrT="[Text]"/>
      <dgm:spPr/>
      <dgm:t>
        <a:bodyPr/>
        <a:lstStyle/>
        <a:p>
          <a:r>
            <a:rPr lang="pt-PT" dirty="0" err="1"/>
            <a:t>Culture</a:t>
          </a:r>
          <a:r>
            <a:rPr lang="pt-PT" dirty="0"/>
            <a:t> </a:t>
          </a:r>
          <a:endParaRPr lang="en-GB" dirty="0"/>
        </a:p>
      </dgm:t>
    </dgm:pt>
    <dgm:pt modelId="{6ABCF5DC-8EB3-41FF-ADE3-8D26EEC8EBC5}" type="parTrans" cxnId="{57C43E6A-419A-4789-83D0-DEE3036A52DB}">
      <dgm:prSet/>
      <dgm:spPr/>
      <dgm:t>
        <a:bodyPr/>
        <a:lstStyle/>
        <a:p>
          <a:endParaRPr lang="en-GB"/>
        </a:p>
      </dgm:t>
    </dgm:pt>
    <dgm:pt modelId="{4AFDA383-D5FC-447B-A6F9-53F9BBF7E5FC}" type="sibTrans" cxnId="{57C43E6A-419A-4789-83D0-DEE3036A52DB}">
      <dgm:prSet/>
      <dgm:spPr/>
      <dgm:t>
        <a:bodyPr/>
        <a:lstStyle/>
        <a:p>
          <a:endParaRPr lang="en-GB"/>
        </a:p>
      </dgm:t>
    </dgm:pt>
    <dgm:pt modelId="{1BD7CB02-C089-4162-A7B4-56228B0EDA4F}">
      <dgm:prSet phldrT="[Text]"/>
      <dgm:spPr/>
      <dgm:t>
        <a:bodyPr/>
        <a:lstStyle/>
        <a:p>
          <a:r>
            <a:rPr lang="pt-PT" dirty="0" err="1"/>
            <a:t>Automation</a:t>
          </a:r>
          <a:endParaRPr lang="en-GB" dirty="0"/>
        </a:p>
      </dgm:t>
    </dgm:pt>
    <dgm:pt modelId="{17F8B1DC-9F83-4854-BF0D-2CCB7A28FEDD}" type="parTrans" cxnId="{6E93D207-6FF5-4339-8049-1C36B6CC8AC4}">
      <dgm:prSet/>
      <dgm:spPr/>
      <dgm:t>
        <a:bodyPr/>
        <a:lstStyle/>
        <a:p>
          <a:endParaRPr lang="en-GB"/>
        </a:p>
      </dgm:t>
    </dgm:pt>
    <dgm:pt modelId="{56E36813-9FC4-487A-A171-7733E9589370}" type="sibTrans" cxnId="{6E93D207-6FF5-4339-8049-1C36B6CC8AC4}">
      <dgm:prSet/>
      <dgm:spPr/>
      <dgm:t>
        <a:bodyPr/>
        <a:lstStyle/>
        <a:p>
          <a:endParaRPr lang="en-GB"/>
        </a:p>
      </dgm:t>
    </dgm:pt>
    <dgm:pt modelId="{DB49BB3B-C8E0-47F6-A398-B558D814A25A}">
      <dgm:prSet phldrT="[Text]"/>
      <dgm:spPr/>
      <dgm:t>
        <a:bodyPr/>
        <a:lstStyle/>
        <a:p>
          <a:r>
            <a:rPr lang="pt-PT" dirty="0" err="1"/>
            <a:t>Lean</a:t>
          </a:r>
          <a:endParaRPr lang="en-GB" dirty="0"/>
        </a:p>
      </dgm:t>
    </dgm:pt>
    <dgm:pt modelId="{227E6EF0-0499-45E8-8B2F-EEAAD3716F17}" type="parTrans" cxnId="{51DC3F55-69A4-4812-9EF0-3D92A5631AD0}">
      <dgm:prSet/>
      <dgm:spPr/>
      <dgm:t>
        <a:bodyPr/>
        <a:lstStyle/>
        <a:p>
          <a:endParaRPr lang="en-GB"/>
        </a:p>
      </dgm:t>
    </dgm:pt>
    <dgm:pt modelId="{0F4C20A1-7159-42C6-B13F-F4160EEC55C7}" type="sibTrans" cxnId="{51DC3F55-69A4-4812-9EF0-3D92A5631AD0}">
      <dgm:prSet/>
      <dgm:spPr/>
      <dgm:t>
        <a:bodyPr/>
        <a:lstStyle/>
        <a:p>
          <a:endParaRPr lang="en-GB"/>
        </a:p>
      </dgm:t>
    </dgm:pt>
    <dgm:pt modelId="{88356F80-3A04-410F-939B-9513837CED1A}">
      <dgm:prSet phldrT="[Text]"/>
      <dgm:spPr/>
      <dgm:t>
        <a:bodyPr/>
        <a:lstStyle/>
        <a:p>
          <a:r>
            <a:rPr lang="pt-PT" dirty="0" err="1"/>
            <a:t>Measurement</a:t>
          </a:r>
          <a:endParaRPr lang="en-GB" dirty="0"/>
        </a:p>
      </dgm:t>
    </dgm:pt>
    <dgm:pt modelId="{DAC969CE-BFD1-460F-9556-FE12CF2955B8}" type="parTrans" cxnId="{24FCF4CF-D3F9-42BD-806F-AE3645DFBBA3}">
      <dgm:prSet/>
      <dgm:spPr/>
      <dgm:t>
        <a:bodyPr/>
        <a:lstStyle/>
        <a:p>
          <a:endParaRPr lang="en-GB"/>
        </a:p>
      </dgm:t>
    </dgm:pt>
    <dgm:pt modelId="{CB5FE924-7700-470A-B2EA-DAEADF85AE65}" type="sibTrans" cxnId="{24FCF4CF-D3F9-42BD-806F-AE3645DFBBA3}">
      <dgm:prSet/>
      <dgm:spPr/>
      <dgm:t>
        <a:bodyPr/>
        <a:lstStyle/>
        <a:p>
          <a:endParaRPr lang="en-GB"/>
        </a:p>
      </dgm:t>
    </dgm:pt>
    <dgm:pt modelId="{8BBF11C0-2662-4F65-8161-654D9DBD4E5F}">
      <dgm:prSet/>
      <dgm:spPr/>
      <dgm:t>
        <a:bodyPr/>
        <a:lstStyle/>
        <a:p>
          <a:r>
            <a:rPr lang="pt-PT" dirty="0" err="1"/>
            <a:t>Sharing</a:t>
          </a:r>
          <a:endParaRPr lang="en-GB" dirty="0"/>
        </a:p>
      </dgm:t>
    </dgm:pt>
    <dgm:pt modelId="{0CC3FA1E-6164-4B4B-835D-C867D62491A6}" type="parTrans" cxnId="{FD0884BC-D0FF-40FD-BEDF-5CCAC1462D50}">
      <dgm:prSet/>
      <dgm:spPr/>
      <dgm:t>
        <a:bodyPr/>
        <a:lstStyle/>
        <a:p>
          <a:endParaRPr lang="en-GB"/>
        </a:p>
      </dgm:t>
    </dgm:pt>
    <dgm:pt modelId="{E17A069B-45E5-4FD0-AEB8-DE2367D7638E}" type="sibTrans" cxnId="{FD0884BC-D0FF-40FD-BEDF-5CCAC1462D50}">
      <dgm:prSet/>
      <dgm:spPr/>
      <dgm:t>
        <a:bodyPr/>
        <a:lstStyle/>
        <a:p>
          <a:endParaRPr lang="en-GB"/>
        </a:p>
      </dgm:t>
    </dgm:pt>
    <dgm:pt modelId="{68EEB4C3-08DE-48E9-91E2-C3F0C8DFDF32}" type="pres">
      <dgm:prSet presAssocID="{DFB0749F-3762-4C3B-81D7-73449C863F20}" presName="Name0" presStyleCnt="0">
        <dgm:presLayoutVars>
          <dgm:dir/>
          <dgm:resizeHandles val="exact"/>
        </dgm:presLayoutVars>
      </dgm:prSet>
      <dgm:spPr/>
    </dgm:pt>
    <dgm:pt modelId="{08DF6371-47B6-4DC3-8AD5-2735B40E42A7}" type="pres">
      <dgm:prSet presAssocID="{DAE55822-D8D9-4129-AAF0-3A742F7649E8}" presName="Name5" presStyleLbl="vennNode1" presStyleIdx="0" presStyleCnt="5">
        <dgm:presLayoutVars>
          <dgm:bulletEnabled val="1"/>
        </dgm:presLayoutVars>
      </dgm:prSet>
      <dgm:spPr/>
    </dgm:pt>
    <dgm:pt modelId="{78A9DC9C-053F-4B01-8AE3-E768D779D727}" type="pres">
      <dgm:prSet presAssocID="{4AFDA383-D5FC-447B-A6F9-53F9BBF7E5FC}" presName="space" presStyleCnt="0"/>
      <dgm:spPr/>
    </dgm:pt>
    <dgm:pt modelId="{ED4C37BE-F8EC-48B3-A1E6-DE6A681E4F73}" type="pres">
      <dgm:prSet presAssocID="{1BD7CB02-C089-4162-A7B4-56228B0EDA4F}" presName="Name5" presStyleLbl="vennNode1" presStyleIdx="1" presStyleCnt="5">
        <dgm:presLayoutVars>
          <dgm:bulletEnabled val="1"/>
        </dgm:presLayoutVars>
      </dgm:prSet>
      <dgm:spPr/>
    </dgm:pt>
    <dgm:pt modelId="{BA538725-60B6-4181-B480-07D6515F4BE6}" type="pres">
      <dgm:prSet presAssocID="{56E36813-9FC4-487A-A171-7733E9589370}" presName="space" presStyleCnt="0"/>
      <dgm:spPr/>
    </dgm:pt>
    <dgm:pt modelId="{AD754943-3CEE-40D8-8FAB-E6AB95567457}" type="pres">
      <dgm:prSet presAssocID="{DB49BB3B-C8E0-47F6-A398-B558D814A25A}" presName="Name5" presStyleLbl="vennNode1" presStyleIdx="2" presStyleCnt="5">
        <dgm:presLayoutVars>
          <dgm:bulletEnabled val="1"/>
        </dgm:presLayoutVars>
      </dgm:prSet>
      <dgm:spPr/>
    </dgm:pt>
    <dgm:pt modelId="{DB385723-592D-4929-AB29-573379E50749}" type="pres">
      <dgm:prSet presAssocID="{0F4C20A1-7159-42C6-B13F-F4160EEC55C7}" presName="space" presStyleCnt="0"/>
      <dgm:spPr/>
    </dgm:pt>
    <dgm:pt modelId="{AAA317FF-8709-4AA0-BBC5-3FCFCCA42335}" type="pres">
      <dgm:prSet presAssocID="{88356F80-3A04-410F-939B-9513837CED1A}" presName="Name5" presStyleLbl="vennNode1" presStyleIdx="3" presStyleCnt="5">
        <dgm:presLayoutVars>
          <dgm:bulletEnabled val="1"/>
        </dgm:presLayoutVars>
      </dgm:prSet>
      <dgm:spPr/>
    </dgm:pt>
    <dgm:pt modelId="{E59483C6-5B72-450C-8BC0-B92AB5C89C51}" type="pres">
      <dgm:prSet presAssocID="{CB5FE924-7700-470A-B2EA-DAEADF85AE65}" presName="space" presStyleCnt="0"/>
      <dgm:spPr/>
    </dgm:pt>
    <dgm:pt modelId="{4275C646-DE74-4197-BECA-E6ACA665C51C}" type="pres">
      <dgm:prSet presAssocID="{8BBF11C0-2662-4F65-8161-654D9DBD4E5F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6E93D207-6FF5-4339-8049-1C36B6CC8AC4}" srcId="{DFB0749F-3762-4C3B-81D7-73449C863F20}" destId="{1BD7CB02-C089-4162-A7B4-56228B0EDA4F}" srcOrd="1" destOrd="0" parTransId="{17F8B1DC-9F83-4854-BF0D-2CCB7A28FEDD}" sibTransId="{56E36813-9FC4-487A-A171-7733E9589370}"/>
    <dgm:cxn modelId="{D9C6D815-A6A4-403F-A63E-CD04D8B5B5B6}" type="presOf" srcId="{DFB0749F-3762-4C3B-81D7-73449C863F20}" destId="{68EEB4C3-08DE-48E9-91E2-C3F0C8DFDF32}" srcOrd="0" destOrd="0" presId="urn:microsoft.com/office/officeart/2005/8/layout/venn3"/>
    <dgm:cxn modelId="{7B9F8424-03A5-4057-A02F-94A7918DF901}" type="presOf" srcId="{DB49BB3B-C8E0-47F6-A398-B558D814A25A}" destId="{AD754943-3CEE-40D8-8FAB-E6AB95567457}" srcOrd="0" destOrd="0" presId="urn:microsoft.com/office/officeart/2005/8/layout/venn3"/>
    <dgm:cxn modelId="{57C43E6A-419A-4789-83D0-DEE3036A52DB}" srcId="{DFB0749F-3762-4C3B-81D7-73449C863F20}" destId="{DAE55822-D8D9-4129-AAF0-3A742F7649E8}" srcOrd="0" destOrd="0" parTransId="{6ABCF5DC-8EB3-41FF-ADE3-8D26EEC8EBC5}" sibTransId="{4AFDA383-D5FC-447B-A6F9-53F9BBF7E5FC}"/>
    <dgm:cxn modelId="{51DC3F55-69A4-4812-9EF0-3D92A5631AD0}" srcId="{DFB0749F-3762-4C3B-81D7-73449C863F20}" destId="{DB49BB3B-C8E0-47F6-A398-B558D814A25A}" srcOrd="2" destOrd="0" parTransId="{227E6EF0-0499-45E8-8B2F-EEAAD3716F17}" sibTransId="{0F4C20A1-7159-42C6-B13F-F4160EEC55C7}"/>
    <dgm:cxn modelId="{FCE27375-4B12-4607-BCB0-517D59F735E1}" type="presOf" srcId="{DAE55822-D8D9-4129-AAF0-3A742F7649E8}" destId="{08DF6371-47B6-4DC3-8AD5-2735B40E42A7}" srcOrd="0" destOrd="0" presId="urn:microsoft.com/office/officeart/2005/8/layout/venn3"/>
    <dgm:cxn modelId="{1982B07D-A09C-4EC8-91DD-2C3EBF342BD7}" type="presOf" srcId="{88356F80-3A04-410F-939B-9513837CED1A}" destId="{AAA317FF-8709-4AA0-BBC5-3FCFCCA42335}" srcOrd="0" destOrd="0" presId="urn:microsoft.com/office/officeart/2005/8/layout/venn3"/>
    <dgm:cxn modelId="{9237F58E-D7A3-48F3-9685-55AA7AB3D328}" type="presOf" srcId="{8BBF11C0-2662-4F65-8161-654D9DBD4E5F}" destId="{4275C646-DE74-4197-BECA-E6ACA665C51C}" srcOrd="0" destOrd="0" presId="urn:microsoft.com/office/officeart/2005/8/layout/venn3"/>
    <dgm:cxn modelId="{322C1893-CA29-49E7-ABB2-2A039E5CBC38}" type="presOf" srcId="{1BD7CB02-C089-4162-A7B4-56228B0EDA4F}" destId="{ED4C37BE-F8EC-48B3-A1E6-DE6A681E4F73}" srcOrd="0" destOrd="0" presId="urn:microsoft.com/office/officeart/2005/8/layout/venn3"/>
    <dgm:cxn modelId="{FD0884BC-D0FF-40FD-BEDF-5CCAC1462D50}" srcId="{DFB0749F-3762-4C3B-81D7-73449C863F20}" destId="{8BBF11C0-2662-4F65-8161-654D9DBD4E5F}" srcOrd="4" destOrd="0" parTransId="{0CC3FA1E-6164-4B4B-835D-C867D62491A6}" sibTransId="{E17A069B-45E5-4FD0-AEB8-DE2367D7638E}"/>
    <dgm:cxn modelId="{24FCF4CF-D3F9-42BD-806F-AE3645DFBBA3}" srcId="{DFB0749F-3762-4C3B-81D7-73449C863F20}" destId="{88356F80-3A04-410F-939B-9513837CED1A}" srcOrd="3" destOrd="0" parTransId="{DAC969CE-BFD1-460F-9556-FE12CF2955B8}" sibTransId="{CB5FE924-7700-470A-B2EA-DAEADF85AE65}"/>
    <dgm:cxn modelId="{922A7CA6-CE38-4651-907A-D71B4FCEA91F}" type="presParOf" srcId="{68EEB4C3-08DE-48E9-91E2-C3F0C8DFDF32}" destId="{08DF6371-47B6-4DC3-8AD5-2735B40E42A7}" srcOrd="0" destOrd="0" presId="urn:microsoft.com/office/officeart/2005/8/layout/venn3"/>
    <dgm:cxn modelId="{4CC7A2EC-DC0F-4056-9464-A24E403CBADC}" type="presParOf" srcId="{68EEB4C3-08DE-48E9-91E2-C3F0C8DFDF32}" destId="{78A9DC9C-053F-4B01-8AE3-E768D779D727}" srcOrd="1" destOrd="0" presId="urn:microsoft.com/office/officeart/2005/8/layout/venn3"/>
    <dgm:cxn modelId="{6E6479EE-A369-4ECE-BAC9-88A0BB8E8967}" type="presParOf" srcId="{68EEB4C3-08DE-48E9-91E2-C3F0C8DFDF32}" destId="{ED4C37BE-F8EC-48B3-A1E6-DE6A681E4F73}" srcOrd="2" destOrd="0" presId="urn:microsoft.com/office/officeart/2005/8/layout/venn3"/>
    <dgm:cxn modelId="{628B3F74-ADEF-47F8-9B24-635E8B8EBB7D}" type="presParOf" srcId="{68EEB4C3-08DE-48E9-91E2-C3F0C8DFDF32}" destId="{BA538725-60B6-4181-B480-07D6515F4BE6}" srcOrd="3" destOrd="0" presId="urn:microsoft.com/office/officeart/2005/8/layout/venn3"/>
    <dgm:cxn modelId="{283403C9-05A3-410E-9114-CA1ABEDB87B2}" type="presParOf" srcId="{68EEB4C3-08DE-48E9-91E2-C3F0C8DFDF32}" destId="{AD754943-3CEE-40D8-8FAB-E6AB95567457}" srcOrd="4" destOrd="0" presId="urn:microsoft.com/office/officeart/2005/8/layout/venn3"/>
    <dgm:cxn modelId="{3BB51504-A33B-4592-8FB0-51BA90B16A34}" type="presParOf" srcId="{68EEB4C3-08DE-48E9-91E2-C3F0C8DFDF32}" destId="{DB385723-592D-4929-AB29-573379E50749}" srcOrd="5" destOrd="0" presId="urn:microsoft.com/office/officeart/2005/8/layout/venn3"/>
    <dgm:cxn modelId="{FD026BEA-C3BB-4DF1-82F5-DDE979168145}" type="presParOf" srcId="{68EEB4C3-08DE-48E9-91E2-C3F0C8DFDF32}" destId="{AAA317FF-8709-4AA0-BBC5-3FCFCCA42335}" srcOrd="6" destOrd="0" presId="urn:microsoft.com/office/officeart/2005/8/layout/venn3"/>
    <dgm:cxn modelId="{1AB74B67-D9B9-47AA-B2DF-7F130BC267FD}" type="presParOf" srcId="{68EEB4C3-08DE-48E9-91E2-C3F0C8DFDF32}" destId="{E59483C6-5B72-450C-8BC0-B92AB5C89C51}" srcOrd="7" destOrd="0" presId="urn:microsoft.com/office/officeart/2005/8/layout/venn3"/>
    <dgm:cxn modelId="{E211508F-C22B-4CD8-8BEA-24316496CBE5}" type="presParOf" srcId="{68EEB4C3-08DE-48E9-91E2-C3F0C8DFDF32}" destId="{4275C646-DE74-4197-BECA-E6ACA665C51C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F6371-47B6-4DC3-8AD5-2735B40E42A7}">
      <dsp:nvSpPr>
        <dsp:cNvPr id="0" name=""/>
        <dsp:cNvSpPr/>
      </dsp:nvSpPr>
      <dsp:spPr>
        <a:xfrm>
          <a:off x="744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Culture</a:t>
          </a:r>
          <a:r>
            <a:rPr lang="pt-PT" sz="1100" kern="1200" dirty="0"/>
            <a:t> </a:t>
          </a:r>
          <a:endParaRPr lang="en-GB" sz="1100" kern="1200" dirty="0"/>
        </a:p>
      </dsp:txBody>
      <dsp:txXfrm>
        <a:off x="213249" y="1518967"/>
        <a:ext cx="1026064" cy="1026064"/>
      </dsp:txXfrm>
    </dsp:sp>
    <dsp:sp modelId="{ED4C37BE-F8EC-48B3-A1E6-DE6A681E4F73}">
      <dsp:nvSpPr>
        <dsp:cNvPr id="0" name=""/>
        <dsp:cNvSpPr/>
      </dsp:nvSpPr>
      <dsp:spPr>
        <a:xfrm>
          <a:off x="1161603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Automation</a:t>
          </a:r>
          <a:endParaRPr lang="en-GB" sz="1100" kern="1200" dirty="0"/>
        </a:p>
      </dsp:txBody>
      <dsp:txXfrm>
        <a:off x="1374108" y="1518967"/>
        <a:ext cx="1026064" cy="1026064"/>
      </dsp:txXfrm>
    </dsp:sp>
    <dsp:sp modelId="{AD754943-3CEE-40D8-8FAB-E6AB95567457}">
      <dsp:nvSpPr>
        <dsp:cNvPr id="0" name=""/>
        <dsp:cNvSpPr/>
      </dsp:nvSpPr>
      <dsp:spPr>
        <a:xfrm>
          <a:off x="2322462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Lean</a:t>
          </a:r>
          <a:endParaRPr lang="en-GB" sz="1100" kern="1200" dirty="0"/>
        </a:p>
      </dsp:txBody>
      <dsp:txXfrm>
        <a:off x="2534967" y="1518967"/>
        <a:ext cx="1026064" cy="1026064"/>
      </dsp:txXfrm>
    </dsp:sp>
    <dsp:sp modelId="{AAA317FF-8709-4AA0-BBC5-3FCFCCA42335}">
      <dsp:nvSpPr>
        <dsp:cNvPr id="0" name=""/>
        <dsp:cNvSpPr/>
      </dsp:nvSpPr>
      <dsp:spPr>
        <a:xfrm>
          <a:off x="3483322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Measurement</a:t>
          </a:r>
          <a:endParaRPr lang="en-GB" sz="1100" kern="1200" dirty="0"/>
        </a:p>
      </dsp:txBody>
      <dsp:txXfrm>
        <a:off x="3695827" y="1518967"/>
        <a:ext cx="1026064" cy="1026064"/>
      </dsp:txXfrm>
    </dsp:sp>
    <dsp:sp modelId="{4275C646-DE74-4197-BECA-E6ACA665C51C}">
      <dsp:nvSpPr>
        <dsp:cNvPr id="0" name=""/>
        <dsp:cNvSpPr/>
      </dsp:nvSpPr>
      <dsp:spPr>
        <a:xfrm>
          <a:off x="4644181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Sharing</a:t>
          </a:r>
          <a:endParaRPr lang="en-GB" sz="1100" kern="1200" dirty="0"/>
        </a:p>
      </dsp:txBody>
      <dsp:txXfrm>
        <a:off x="4856686" y="1518967"/>
        <a:ext cx="1026064" cy="1026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873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68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490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70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927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874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099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380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342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83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Tema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CB0D481F-ECA4-AE54-FF15-58B130B11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648355" y="3626183"/>
            <a:ext cx="6641188" cy="142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uma metodologia de desenvolvimento de software que tem como objetivo integrar as equipes de desenvolvimento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 operações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de uma organização para permitir a entrega rápida e contínua de software de alta qualidade.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4AEDCEE-A4A2-0D60-DE17-CE0BD652C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320482"/>
              </p:ext>
            </p:extLst>
          </p:nvPr>
        </p:nvGraphicFramePr>
        <p:xfrm>
          <a:off x="1853293" y="1339300"/>
          <a:ext cx="5147282" cy="234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82947" imgH="5415333" progId="Unknown">
                  <p:embed/>
                </p:oleObj>
              </mc:Choice>
              <mc:Fallback>
                <p:oleObj r:id="rId3" imgW="11882947" imgH="5415333" progId="Unknown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4AEDCEE-A4A2-0D60-DE17-CE0BD652C6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293" y="1339300"/>
                        <a:ext cx="5147282" cy="2346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654956A3-EBB4-D307-A784-25055DE996C3}"/>
              </a:ext>
            </a:extLst>
          </p:cNvPr>
          <p:cNvSpPr txBox="1"/>
          <p:nvPr/>
        </p:nvSpPr>
        <p:spPr>
          <a:xfrm>
            <a:off x="271443" y="2164000"/>
            <a:ext cx="1508371" cy="34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50% Automação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03;g109ffa863cd_0_328">
            <a:extLst>
              <a:ext uri="{FF2B5EF4-FFF2-40B4-BE49-F238E27FC236}">
                <a16:creationId xmlns:a16="http://schemas.microsoft.com/office/drawing/2014/main" id="{59BFDB70-9A56-4196-366A-750C744D2889}"/>
              </a:ext>
            </a:extLst>
          </p:cNvPr>
          <p:cNvSpPr txBox="1"/>
          <p:nvPr/>
        </p:nvSpPr>
        <p:spPr>
          <a:xfrm>
            <a:off x="6990661" y="2163999"/>
            <a:ext cx="1508371" cy="34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50% </a:t>
            </a:r>
            <a:b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Operação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79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684349"/>
            <a:ext cx="7944818" cy="177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metologia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o processo envolve a colaboração entre os desenvolvedores de software e as equipes de operações de infraestrutura, garantindo que as mudanças de software possam ser implantadas de forma segura e eficiente em ambientes de produção. 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metodologia também promove a automação de processos e testes, para garantir uma entrega rápida e consistente, bem como a integração contínua e a entrega contínua (CI/CD).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303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07ED659-BD5B-6667-21DB-F79881D069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148687"/>
              </p:ext>
            </p:extLst>
          </p:nvPr>
        </p:nvGraphicFramePr>
        <p:xfrm>
          <a:off x="1524000" y="20501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4F0FCD7-1C22-7009-8277-E6BF16BF7620}"/>
              </a:ext>
            </a:extLst>
          </p:cNvPr>
          <p:cNvSpPr txBox="1"/>
          <p:nvPr/>
        </p:nvSpPr>
        <p:spPr>
          <a:xfrm>
            <a:off x="561575" y="3303161"/>
            <a:ext cx="5835936" cy="156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PT" dirty="0"/>
              <a:t>O DevOps possui um </a:t>
            </a:r>
            <a:r>
              <a:rPr lang="pt-PT" dirty="0" err="1"/>
              <a:t>framework</a:t>
            </a:r>
            <a:r>
              <a:rPr lang="pt-PT" dirty="0"/>
              <a:t> com o acrónimo CALMS.</a:t>
            </a:r>
            <a:br>
              <a:rPr lang="pt-PT" dirty="0"/>
            </a:br>
            <a:br>
              <a:rPr lang="pt-PT" dirty="0"/>
            </a:br>
            <a:r>
              <a:rPr lang="pt-PT" dirty="0"/>
              <a:t>John </a:t>
            </a:r>
            <a:r>
              <a:rPr lang="pt-PT" dirty="0" err="1"/>
              <a:t>Willis</a:t>
            </a:r>
            <a:r>
              <a:rPr lang="pt-PT" dirty="0"/>
              <a:t> e Damon Edwards definiram o acrónimo CAMS para definir o que e DevOps e </a:t>
            </a:r>
            <a:r>
              <a:rPr lang="pt-PT" dirty="0" err="1"/>
              <a:t>Jez</a:t>
            </a:r>
            <a:r>
              <a:rPr lang="pt-PT" dirty="0"/>
              <a:t> </a:t>
            </a:r>
            <a:r>
              <a:rPr lang="pt-PT" dirty="0" err="1"/>
              <a:t>Humble</a:t>
            </a:r>
            <a:r>
              <a:rPr lang="pt-PT" dirty="0"/>
              <a:t> mais tarde introduziu </a:t>
            </a:r>
            <a:r>
              <a:rPr lang="pt-PT" dirty="0" err="1"/>
              <a:t>Lean</a:t>
            </a:r>
            <a:r>
              <a:rPr lang="pt-PT" dirty="0"/>
              <a:t> para completar o </a:t>
            </a:r>
            <a:r>
              <a:rPr lang="pt-PT" dirty="0" err="1"/>
              <a:t>acronimo</a:t>
            </a:r>
            <a:r>
              <a:rPr lang="pt-PT" dirty="0"/>
              <a:t> CALMS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47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632332" y="1336488"/>
            <a:ext cx="8016900" cy="9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O </a:t>
            </a:r>
            <a:r>
              <a:rPr lang="pt-BR" dirty="0" err="1"/>
              <a:t>devOps</a:t>
            </a:r>
            <a:r>
              <a:rPr lang="pt-BR" dirty="0"/>
              <a:t> tem o principio das 3 maneiras, que são um conjunto de princípios e práticas de alto nível que ditam padrões, processos e comportamentos observados no </a:t>
            </a:r>
            <a:r>
              <a:rPr lang="pt-BR" dirty="0" err="1"/>
              <a:t>DevOps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914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632332" y="1336488"/>
            <a:ext cx="8016900" cy="9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Primeira Maneira possui princípios e práticas que potencializam o fluxo rápido de desenvolvimento para operações e clientes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4D0489-A7B7-CC8A-930C-5DE370C75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2" y="2067044"/>
            <a:ext cx="6400274" cy="2985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19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563550" y="1355628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Segunda Maneira possibilita o rápido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todos os estágios do fluxo, visando garantir que os problemas sejam identificados e medidas sejam tomadas. As ações de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direita para a esquerda possibilitam que problemas sejam encontrados e corrigidos antes que ocorra uma falha com significativo impacto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CBCC0-01B0-AD85-8EE7-A9F4DFB55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2" y="2507566"/>
            <a:ext cx="5731510" cy="26358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12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563550" y="1355628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Terceira Maneira estabelece a criação de uma cultura de alta confiança, que permite correr riscos e potencializar o aprendizado contínuo. Observe a seguir que o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loop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contínuo de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incentiva que todos aprendam e melhorem.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BD58A-20B0-9E00-3C43-65FA0AF45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58" y="2439670"/>
            <a:ext cx="5731510" cy="2703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415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5E317-F80C-E32E-B515-721C0F04A3C6}"/>
              </a:ext>
            </a:extLst>
          </p:cNvPr>
          <p:cNvSpPr txBox="1"/>
          <p:nvPr/>
        </p:nvSpPr>
        <p:spPr>
          <a:xfrm>
            <a:off x="628218" y="1553136"/>
            <a:ext cx="2559336" cy="1782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Princípios Chave do </a:t>
            </a:r>
            <a:r>
              <a:rPr lang="pt-BR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endParaRPr lang="pt-BR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Automação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Melhoria continua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Ação centrada no cliente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Crie com o fim em mente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B6C3C79-E653-0343-3E17-A61D2F3845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" r="4904"/>
          <a:stretch/>
        </p:blipFill>
        <p:spPr bwMode="auto">
          <a:xfrm>
            <a:off x="2684521" y="1481050"/>
            <a:ext cx="4671523" cy="274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9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PT" dirty="0"/>
              <a:t>As ferramentas para automação têm uma grande importância para o sucesso do DevOps, porém o principal desafio é criar uma cultura em que todos tornem-se comprometidos pela qualidade, desde o início do ciclo de vida do software até sua entrega em produção e monitoramento da experiência real do usuário. </a:t>
            </a:r>
            <a:endParaRPr lang="en-GB" dirty="0"/>
          </a:p>
          <a:p>
            <a:r>
              <a:rPr lang="pt-BR" dirty="0"/>
              <a:t>Várias empresas alcançaram com a jornada </a:t>
            </a:r>
            <a:r>
              <a:rPr lang="pt-BR" dirty="0" err="1"/>
              <a:t>DevOps</a:t>
            </a:r>
            <a:r>
              <a:rPr lang="pt-BR" dirty="0"/>
              <a:t> em vários países e segmentos de mercado.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73728-E1ED-8236-44CE-E82E57E3D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68" y="3583356"/>
            <a:ext cx="5111750" cy="1166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 descr="How come Amazon deploys 23,000 times a day? What are they changing so  often? : r/devops">
            <a:extLst>
              <a:ext uri="{FF2B5EF4-FFF2-40B4-BE49-F238E27FC236}">
                <a16:creationId xmlns:a16="http://schemas.microsoft.com/office/drawing/2014/main" id="{391C2DFC-76B8-2164-F3C3-E21186DF7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31"/>
          <a:stretch/>
        </p:blipFill>
        <p:spPr bwMode="auto">
          <a:xfrm>
            <a:off x="1072243" y="1578027"/>
            <a:ext cx="6477000" cy="225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90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31ED02-C088-9654-22A1-7831901F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842045E-F890-F5F6-BE00-4B5CF0BDF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33208"/>
              </p:ext>
            </p:extLst>
          </p:nvPr>
        </p:nvGraphicFramePr>
        <p:xfrm>
          <a:off x="2220686" y="1395726"/>
          <a:ext cx="3314700" cy="3673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69680" imgH="5828400" progId="Unknown">
                  <p:embed/>
                </p:oleObj>
              </mc:Choice>
              <mc:Fallback>
                <p:oleObj r:id="rId3" imgW="5269680" imgH="5828400" progId="Unknown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686" y="1395726"/>
                        <a:ext cx="3314700" cy="36737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6814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FAC19A92-7EC6-498E-8014-19B1D65B287F}"/>
</file>

<file path=docProps/app.xml><?xml version="1.0" encoding="utf-8"?>
<Properties xmlns="http://schemas.openxmlformats.org/officeDocument/2006/extended-properties" xmlns:vt="http://schemas.openxmlformats.org/officeDocument/2006/docPropsVTypes">
  <TotalTime>6674</TotalTime>
  <Words>466</Words>
  <Application>Microsoft Office PowerPoint</Application>
  <PresentationFormat>Apresentação na tela (16:9)</PresentationFormat>
  <Paragraphs>49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88</cp:revision>
  <dcterms:modified xsi:type="dcterms:W3CDTF">2023-07-17T17:45:01Z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